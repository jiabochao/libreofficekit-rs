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CBC0DE-FA3F-48C7-A989-44CE17D0B6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AFF2A-B140-4884-9308-0C098823BE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2B97B7-2E37-48F9-8369-7785ADDE48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one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幻灯片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